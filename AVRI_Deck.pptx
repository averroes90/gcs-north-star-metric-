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North Star Metric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Value Realization Index (AVRI)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54864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749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"PM is a translation function, between business intent, data reality, and shippable software."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5943600"/>
            <a:ext cx="109728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 Ibrahimi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IT PM Candidate · Data Analytics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6126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Networks · GCS Case Study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is moving from selling deals to sustaining value.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TCV-based compensation rewarded the signature. The new ARR + consumption hybrid only pays out if customers actually use what they bought. We need ONE metric that balances four very different things.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212080" cy="3383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5212080" cy="5029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WORLD: TCV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the deal. Bank the credit.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signal: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was signed.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moment: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it closed.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incentive: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it big and walk away.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846320"/>
            <a:ext cx="484632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846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to: deployment · health · sustained usage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2103120"/>
            <a:ext cx="5212080" cy="3383280"/>
          </a:xfrm>
          <a:prstGeom prst="rect">
            <a:avLst/>
          </a:prstGeom>
          <a:solidFill>
            <a:srgbClr val="FFFBEB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2103120"/>
            <a:ext cx="521208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1031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WORLD: ARR + CONSUMPTION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2971800"/>
            <a:ext cx="1115568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2971800"/>
            <a:ext cx="111556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3291840"/>
            <a:ext cx="111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27848" y="2971800"/>
            <a:ext cx="1115568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27848" y="2971800"/>
            <a:ext cx="111556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27848" y="3291840"/>
            <a:ext cx="111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34856" y="2971800"/>
            <a:ext cx="1115568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34856" y="2971800"/>
            <a:ext cx="1115568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34856" y="3291840"/>
            <a:ext cx="111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Health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341864" y="2971800"/>
            <a:ext cx="1115568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41864" y="2971800"/>
            <a:ext cx="1115568" cy="2011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41864" y="3291840"/>
            <a:ext cx="111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Usage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20840" y="4297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pays only if value is realized. Compensation must reflect the same.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20840" y="4846320"/>
            <a:ext cx="47548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4846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ONE metric that balances all four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question I'm answering: </a:t>
            </a:r>
            <a:pPr indent="0" marL="0">
              <a:buNone/>
            </a:pPr>
            <a:r>
              <a:rPr lang="en-US" sz="1300" b="1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the health of an account at a point in time, balancing all four dimensions, in a single defensible number?"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North Star · AVRI Proposal · Rami Ibrahimi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GAP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metric is blind to ≥1 of the four dimensions.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scored 30+ industry-standard SaaS/CS metrics against the four required dimensions. None covers all four. The closest pattern, Gainsight-style composites, has known gaps for consumption-hybrid businesses.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6400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40080"/>
                <a:gridCol w="777240"/>
                <a:gridCol w="640080"/>
                <a:gridCol w="777240"/>
                <a:gridCol w="11887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Bkgs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Lead/Lag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TCV (Total Contract Value)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 (Annual Recurring Rev)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NRR (Net Revenue Retention)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Utilization (90d)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 Health Color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Gainsight CHS (composite)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AVRI (proposed)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617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  </a:t>
            </a:r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  </a:t>
            </a:r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766 in-scope accounts: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0" y="2560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 (ours)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0" y="2880360"/>
            <a:ext cx="3048318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363518" y="2880360"/>
            <a:ext cx="366715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730233" y="2880360"/>
            <a:ext cx="974087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0" y="3383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/ 8% / 22%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0" y="3840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CHS (industry baseline)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15200" y="4160520"/>
            <a:ext cx="2584195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899395" y="4160520"/>
            <a:ext cx="956897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856292" y="4160520"/>
            <a:ext cx="848028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0" y="4663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 / 22% / 19%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315200" y="5166360"/>
            <a:ext cx="4389120" cy="868680"/>
          </a:xfrm>
          <a:prstGeom prst="rect">
            <a:avLst/>
          </a:prstGeom>
          <a:solidFill>
            <a:srgbClr val="FEF3C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52360" y="52120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 surfaces 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risk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naive CHS, and is 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lenient on the right things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(overage = upsell, not failure).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49834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vs Buy: </a:t>
            </a:r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Gainsight CHS is the closest commercial alternative, same composite pattern, but doesn't natively handle commit-vs-consume, trajectory, or the 5 brief-specified edge cases. AVRI is that pattern, specialized for PANW's consumption-hybrid model.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North Star · AVRI Proposal · Rami Ibrahimi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PROPOSAL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AVRI: a 0–100 composite that balances all four dimensions.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09728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54864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1481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Realization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14813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30%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18105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they using what they paid for?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21214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consumption ÷ 90-day commit. Piecewise: penalize &lt;50%, plateau 50–110%, gentle decay &gt;150%.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280160"/>
            <a:ext cx="109728" cy="1417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508760"/>
            <a:ext cx="548640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86600" y="1481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Momentum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87000" y="14813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30%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86600" y="18105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consumption holding up?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86600" y="21214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avg ÷ 12-month baseline. Catches spike-and-drop. Level guard zeros UM if annual usage &lt;5% of commit.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88036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880360"/>
            <a:ext cx="109728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108960"/>
            <a:ext cx="54864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3081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Maturity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17720" y="30815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20%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17320" y="34107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product genuinely operationalized?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17320" y="37216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days in last 90 ÷ 90. Production version: also license provisioning, feature breadth, milestones.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880360"/>
            <a:ext cx="109728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3108960"/>
            <a:ext cx="54864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86600" y="3081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Health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287000" y="30815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20%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86600" y="34107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it work for them?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86600" y="37216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Exponentially-decayed health color (0.95/day). Production: also Sev-1 freq, SLA attainment, escalations.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572000"/>
            <a:ext cx="704088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5720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AVRI = 0.30·CR + 0.30·UM + 0.20·DM + 0.20·TH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7680960" y="4572000"/>
            <a:ext cx="4023360" cy="64008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0" y="45720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rule: </a:t>
            </a:r>
            <a:pPr algn="ctr"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 &lt; 30, cap AVRI at 50.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5349240"/>
            <a:ext cx="3611880" cy="640080"/>
          </a:xfrm>
          <a:prstGeom prst="rect">
            <a:avLst/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5349240"/>
            <a:ext cx="9144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54041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 ≥ 75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0080" y="5696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· expand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206240" y="5349240"/>
            <a:ext cx="3611880" cy="64008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06240" y="5349240"/>
            <a:ext cx="9144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0" y="54041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 50–74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389120" y="5696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· CSM action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955280" y="5349240"/>
            <a:ext cx="3611880" cy="64008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55280" y="5349240"/>
            <a:ext cx="914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38160" y="54041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 &lt; 50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138160" y="5696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· escalate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North Star · AVRI Proposal · Rami Ibrahimi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PROOF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accounts where AVRI gets it right and existing metrics don't.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validation: the data was generated to be realistic, not to flatter the metric. AVRI's edge cases are visible on real accounts. Then we'll switch to the live dashboard.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703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370332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SHELFWARE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ACC-00202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 ·  $3.5M ARR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154680"/>
            <a:ext cx="3246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CHS: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3246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(yellow)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48840" y="3520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 (red)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40480"/>
            <a:ext cx="324612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886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active days in 90. Latest health color was green from earlier in the year, naive CHS is fooled by it. AVRI sees through.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25112" y="1828800"/>
            <a:ext cx="3703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25112" y="1828800"/>
            <a:ext cx="370332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25112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RULE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53712" y="2423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ACC-00226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53712" y="2788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 ·  $8M ARR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53712" y="3154680"/>
            <a:ext cx="3246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53712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CHS: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16752" y="3246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(yellow)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53712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16752" y="3520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(yellow)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53712" y="3840480"/>
            <a:ext cx="324612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90872" y="3886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looks great (130% util, all 4 pillars high) BUT TH = 15. Without floor rule AVRI = 86 (green). Rule correctly caps it.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93024" y="1828800"/>
            <a:ext cx="3703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93024" y="1828800"/>
            <a:ext cx="370332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93024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21624" y="2423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ACC-00876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421624" y="2788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 ·  $246K ARR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421624" y="3154680"/>
            <a:ext cx="3246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21624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CHS: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884664" y="3246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(yellow)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21624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884664" y="3520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(green)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421624" y="3840480"/>
            <a:ext cx="324612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58784" y="3886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pillars high; latest health color happened to be red (one bad week). Naive CHS over-penalizes; AVRI's decay-weighted TH gets the trend right.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solidFill>
            <a:srgbClr val="0F172A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b="1" spc="4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Streamlit · At-Risk Renewals tab · </a:t>
            </a:r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$10.3M across 20 accounts renewing in 90 days, flagged Yellow or Red.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457200" y="5623560"/>
            <a:ext cx="54864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56235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   </a:t>
            </a:r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 scores; dashboard surfaces; CSM acts. The metric directs the human, not replaces them.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26480" y="5623560"/>
            <a:ext cx="55778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56235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% of Red accounts churning in 90d   (2) Reduction in Green→Lost surprise renewals   (3) Expansion conversion in 110–150% util band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North Star · AVRI Proposal · Rami Ibrahimi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RETROSPECTIVE +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learned, what v2 looks like, how to ship it.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in ~8 hours of focused spec-driven AI work: data generator (Python), BigQuery pipeline (SQL), dashboard (Streamlit), 13 documented pitfalls captured in lessons_learned.md. Below: what changes next.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6728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3672840" cy="731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176272"/>
            <a:ext cx="45720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176272"/>
            <a:ext cx="275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+ what I'd change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697480"/>
            <a:ext cx="312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34640"/>
            <a:ext cx="3169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first, AI codes, the markdown specs are what survive.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workflow (data → metrics → refine) beats deductive, stronger narrative for the panel.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Pre-write validation gates caught structural problems before BigQuery.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time: build CI from day one, would've caught UM zero-baseline bug 2 hours earlier.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LLMs for code-gen vs code-review.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58640" y="1920240"/>
            <a:ext cx="36728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8640" y="1920240"/>
            <a:ext cx="367284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32960" y="2176272"/>
            <a:ext cx="45720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296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81600" y="2176272"/>
            <a:ext cx="275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 v2, newer tech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32960" y="2697480"/>
            <a:ext cx="312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2960" y="2834640"/>
            <a:ext cx="3169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data quality: agent watches the pipeline, surfaces anomalies in Slack autonomously.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LLM-summarized account briefs: per at-risk account, generate CSM-ready talking points from history.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Tenure-aware cold-start: separate Onboarding RAG state instead of forcing G/Y/R buckets.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Per-segment weight tuning (Enterprise vs Mid-Market), calibrated against renewal correlation.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proxies in DM and TH with real signal: license provisioning, Sev-1 frequency, NPS.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60080" y="1920240"/>
            <a:ext cx="36728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60080" y="1920240"/>
            <a:ext cx="3672840" cy="731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34400" y="2176272"/>
            <a:ext cx="4572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3440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83040" y="2176272"/>
            <a:ext cx="275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30/60/90 day rollout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34400" y="2697480"/>
            <a:ext cx="3124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34400" y="2834640"/>
            <a:ext cx="3169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30, Validate AVRI against historical renewal outcomes; calibrate weights via regression.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60, Integrate ticket data + license provisioning; replace proxy signals.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90, Roll into CSM compensation as a 25% factor (alongside book ARR retention).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180, Dashboard goes from prototype to production (Looker/Tableau for execs; Streamlit retained for diagnostics).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365, Re-tune weights based on first full year of data.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B9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repo is reproducible end-to-end. Anyone on your team can clone it and have AVRI scoring real data on day one.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North Star · AVRI Proposal · Rami Ibrahimi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Palo Alto Networks · Principal IT PM Case Study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GCS North Star: Account Value Realization Index</dc:title>
  <dc:subject>PptxGenJS Presentation</dc:subject>
  <dc:creator>Rami Ibrahimi</dc:creator>
  <cp:lastModifiedBy>Rami Ibrahimi</cp:lastModifiedBy>
  <cp:revision>1</cp:revision>
  <dcterms:created xsi:type="dcterms:W3CDTF">2026-05-03T20:43:18Z</dcterms:created>
  <dcterms:modified xsi:type="dcterms:W3CDTF">2026-05-03T20:43:18Z</dcterms:modified>
</cp:coreProperties>
</file>